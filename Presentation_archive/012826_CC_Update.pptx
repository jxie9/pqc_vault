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58" r:id="rId2"/>
  </p:sldMasterIdLst>
  <p:notesMasterIdLst>
    <p:notesMasterId r:id="rId12"/>
  </p:notesMasterIdLst>
  <p:sldIdLst>
    <p:sldId id="256" r:id="rId3"/>
    <p:sldId id="257" r:id="rId4"/>
    <p:sldId id="271" r:id="rId5"/>
    <p:sldId id="258" r:id="rId6"/>
    <p:sldId id="273" r:id="rId7"/>
    <p:sldId id="265" r:id="rId8"/>
    <p:sldId id="260" r:id="rId9"/>
    <p:sldId id="261" r:id="rId10"/>
    <p:sldId id="259" r:id="rId11"/>
  </p:sldIdLst>
  <p:sldSz cx="9144000" cy="6858000" type="screen4x3"/>
  <p:notesSz cx="7010400" cy="9236075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9" roundtripDataSignature="AMtx7mgSGv5oRbBkH8B7y5Sn9qPPZX00B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34" autoAdjust="0"/>
    <p:restoredTop sz="94660"/>
  </p:normalViewPr>
  <p:slideViewPr>
    <p:cSldViewPr snapToGrid="0">
      <p:cViewPr varScale="1">
        <p:scale>
          <a:sx n="156" d="100"/>
          <a:sy n="156" d="100"/>
        </p:scale>
        <p:origin x="1704" y="15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customschemas.google.com/relationships/presentationmetadata" Target="meta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37840" cy="461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70938" y="0"/>
            <a:ext cx="3037840" cy="461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95388" y="692150"/>
            <a:ext cx="4619625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1040" y="4387136"/>
            <a:ext cx="5608320" cy="4156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772669"/>
            <a:ext cx="3037840" cy="461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70938" y="8772669"/>
            <a:ext cx="3037840" cy="461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5388" y="692150"/>
            <a:ext cx="4619625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49" name="Google Shape;149;p1:notes"/>
          <p:cNvSpPr txBox="1">
            <a:spLocks noGrp="1"/>
          </p:cNvSpPr>
          <p:nvPr>
            <p:ph type="body" idx="1"/>
          </p:nvPr>
        </p:nvSpPr>
        <p:spPr>
          <a:xfrm>
            <a:off x="701040" y="4387136"/>
            <a:ext cx="5608320" cy="4156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1:notes"/>
          <p:cNvSpPr txBox="1">
            <a:spLocks noGrp="1"/>
          </p:cNvSpPr>
          <p:nvPr>
            <p:ph type="sldNum" idx="12"/>
          </p:nvPr>
        </p:nvSpPr>
        <p:spPr>
          <a:xfrm>
            <a:off x="3970938" y="8772669"/>
            <a:ext cx="3037840" cy="461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:notes"/>
          <p:cNvSpPr txBox="1">
            <a:spLocks noGrp="1"/>
          </p:cNvSpPr>
          <p:nvPr>
            <p:ph type="body" idx="1"/>
          </p:nvPr>
        </p:nvSpPr>
        <p:spPr>
          <a:xfrm>
            <a:off x="701040" y="4387136"/>
            <a:ext cx="5608320" cy="415623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5388" y="692150"/>
            <a:ext cx="4619625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:notes"/>
          <p:cNvSpPr txBox="1">
            <a:spLocks noGrp="1"/>
          </p:cNvSpPr>
          <p:nvPr>
            <p:ph type="body" idx="1"/>
          </p:nvPr>
        </p:nvSpPr>
        <p:spPr>
          <a:xfrm>
            <a:off x="701040" y="4387136"/>
            <a:ext cx="5608320" cy="415623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5388" y="692150"/>
            <a:ext cx="4619625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:notes"/>
          <p:cNvSpPr txBox="1">
            <a:spLocks noGrp="1"/>
          </p:cNvSpPr>
          <p:nvPr>
            <p:ph type="body" idx="1"/>
          </p:nvPr>
        </p:nvSpPr>
        <p:spPr>
          <a:xfrm>
            <a:off x="701040" y="4387136"/>
            <a:ext cx="5608320" cy="415623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5388" y="692150"/>
            <a:ext cx="4619625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6:notes"/>
          <p:cNvSpPr txBox="1">
            <a:spLocks noGrp="1"/>
          </p:cNvSpPr>
          <p:nvPr>
            <p:ph type="body" idx="1"/>
          </p:nvPr>
        </p:nvSpPr>
        <p:spPr>
          <a:xfrm>
            <a:off x="701040" y="4387136"/>
            <a:ext cx="5608320" cy="415623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5388" y="692150"/>
            <a:ext cx="4619625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4:notes"/>
          <p:cNvSpPr txBox="1">
            <a:spLocks noGrp="1"/>
          </p:cNvSpPr>
          <p:nvPr>
            <p:ph type="body" idx="1"/>
          </p:nvPr>
        </p:nvSpPr>
        <p:spPr>
          <a:xfrm>
            <a:off x="701040" y="4387136"/>
            <a:ext cx="5608320" cy="415623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5388" y="692150"/>
            <a:ext cx="4619625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806799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9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1" name="Google Shape;21;p9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rgbClr val="909090"/>
              </a:buClr>
              <a:buSzPts val="2400"/>
              <a:buNone/>
              <a:defRPr sz="2400">
                <a:solidFill>
                  <a:srgbClr val="909090"/>
                </a:solidFill>
              </a:defRPr>
            </a:lvl1pPr>
            <a:lvl2pPr lvl="1" algn="ctr">
              <a:spcBef>
                <a:spcPts val="480"/>
              </a:spcBef>
              <a:spcAft>
                <a:spcPts val="0"/>
              </a:spcAft>
              <a:buClr>
                <a:srgbClr val="909090"/>
              </a:buClr>
              <a:buSzPts val="2400"/>
              <a:buNone/>
              <a:defRPr>
                <a:solidFill>
                  <a:srgbClr val="909090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2000"/>
              <a:buNone/>
              <a:defRPr>
                <a:solidFill>
                  <a:srgbClr val="909090"/>
                </a:solidFill>
              </a:defRPr>
            </a:lvl3pPr>
            <a:lvl4pPr lvl="3" algn="ctr">
              <a:spcBef>
                <a:spcPts val="360"/>
              </a:spcBef>
              <a:spcAft>
                <a:spcPts val="0"/>
              </a:spcAft>
              <a:buClr>
                <a:srgbClr val="909090"/>
              </a:buClr>
              <a:buSzPts val="1800"/>
              <a:buNone/>
              <a:defRPr>
                <a:solidFill>
                  <a:srgbClr val="909090"/>
                </a:solidFill>
              </a:defRPr>
            </a:lvl4pPr>
            <a:lvl5pPr lvl="4" algn="ctr">
              <a:spcBef>
                <a:spcPts val="360"/>
              </a:spcBef>
              <a:spcAft>
                <a:spcPts val="0"/>
              </a:spcAft>
              <a:buClr>
                <a:srgbClr val="909090"/>
              </a:buClr>
              <a:buSzPts val="1800"/>
              <a:buNone/>
              <a:defRPr>
                <a:solidFill>
                  <a:srgbClr val="909090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2000"/>
              <a:buNone/>
              <a:defRPr>
                <a:solidFill>
                  <a:srgbClr val="909090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2000"/>
              <a:buNone/>
              <a:defRPr>
                <a:solidFill>
                  <a:srgbClr val="909090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2000"/>
              <a:buNone/>
              <a:defRPr>
                <a:solidFill>
                  <a:srgbClr val="909090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2000"/>
              <a:buNone/>
              <a:defRPr>
                <a:solidFill>
                  <a:srgbClr val="909090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2286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2590800" y="6553200"/>
            <a:ext cx="396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67818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0"/>
          <p:cNvSpPr txBox="1">
            <a:spLocks noGrp="1"/>
          </p:cNvSpPr>
          <p:nvPr>
            <p:ph type="title"/>
          </p:nvPr>
        </p:nvSpPr>
        <p:spPr>
          <a:xfrm>
            <a:off x="228600" y="-152400"/>
            <a:ext cx="8686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7" name="Google Shape;27;p10"/>
          <p:cNvSpPr txBox="1">
            <a:spLocks noGrp="1"/>
          </p:cNvSpPr>
          <p:nvPr>
            <p:ph type="body" idx="1"/>
          </p:nvPr>
        </p:nvSpPr>
        <p:spPr>
          <a:xfrm>
            <a:off x="228600" y="1143000"/>
            <a:ext cx="86868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rgbClr val="444444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rgbClr val="444444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444444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444444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444444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Google Shape;28;p10"/>
          <p:cNvSpPr txBox="1">
            <a:spLocks noGrp="1"/>
          </p:cNvSpPr>
          <p:nvPr>
            <p:ph type="dt" idx="10"/>
          </p:nvPr>
        </p:nvSpPr>
        <p:spPr>
          <a:xfrm>
            <a:off x="2286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ftr" idx="11"/>
          </p:nvPr>
        </p:nvSpPr>
        <p:spPr>
          <a:xfrm>
            <a:off x="2590800" y="6553200"/>
            <a:ext cx="396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sldNum" idx="12"/>
          </p:nvPr>
        </p:nvSpPr>
        <p:spPr>
          <a:xfrm>
            <a:off x="67818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1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>
                <a:solidFill>
                  <a:srgbClr val="DBD6C7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3" name="Google Shape;33;p11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spcBef>
                <a:spcPts val="400"/>
              </a:spcBef>
              <a:spcAft>
                <a:spcPts val="0"/>
              </a:spcAft>
              <a:buClr>
                <a:srgbClr val="444444"/>
              </a:buClr>
              <a:buSzPts val="2000"/>
              <a:buNone/>
              <a:defRPr sz="2000">
                <a:solidFill>
                  <a:srgbClr val="444444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909090"/>
              </a:buClr>
              <a:buSzPts val="1800"/>
              <a:buNone/>
              <a:defRPr sz="1800">
                <a:solidFill>
                  <a:srgbClr val="909090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909090"/>
              </a:buClr>
              <a:buSzPts val="1600"/>
              <a:buNone/>
              <a:defRPr sz="1600">
                <a:solidFill>
                  <a:srgbClr val="909090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909090"/>
              </a:buClr>
              <a:buSzPts val="1400"/>
              <a:buNone/>
              <a:defRPr sz="1400">
                <a:solidFill>
                  <a:srgbClr val="909090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909090"/>
              </a:buClr>
              <a:buSzPts val="1400"/>
              <a:buNone/>
              <a:defRPr sz="1400">
                <a:solidFill>
                  <a:srgbClr val="909090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909090"/>
              </a:buClr>
              <a:buSzPts val="1400"/>
              <a:buNone/>
              <a:defRPr sz="1400">
                <a:solidFill>
                  <a:srgbClr val="909090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909090"/>
              </a:buClr>
              <a:buSzPts val="1400"/>
              <a:buNone/>
              <a:defRPr sz="1400">
                <a:solidFill>
                  <a:srgbClr val="909090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909090"/>
              </a:buClr>
              <a:buSzPts val="1400"/>
              <a:buNone/>
              <a:defRPr sz="1400">
                <a:solidFill>
                  <a:srgbClr val="909090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909090"/>
              </a:buClr>
              <a:buSzPts val="1400"/>
              <a:buNone/>
              <a:defRPr sz="1400">
                <a:solidFill>
                  <a:srgbClr val="909090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Google Shape;34;p11"/>
          <p:cNvSpPr txBox="1">
            <a:spLocks noGrp="1"/>
          </p:cNvSpPr>
          <p:nvPr>
            <p:ph type="dt" idx="10"/>
          </p:nvPr>
        </p:nvSpPr>
        <p:spPr>
          <a:xfrm>
            <a:off x="2286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ftr" idx="11"/>
          </p:nvPr>
        </p:nvSpPr>
        <p:spPr>
          <a:xfrm>
            <a:off x="2590800" y="6553200"/>
            <a:ext cx="396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1"/>
          <p:cNvSpPr txBox="1">
            <a:spLocks noGrp="1"/>
          </p:cNvSpPr>
          <p:nvPr>
            <p:ph type="sldNum" idx="12"/>
          </p:nvPr>
        </p:nvSpPr>
        <p:spPr>
          <a:xfrm>
            <a:off x="67818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2"/>
          <p:cNvSpPr txBox="1">
            <a:spLocks noGrp="1"/>
          </p:cNvSpPr>
          <p:nvPr>
            <p:ph type="title"/>
          </p:nvPr>
        </p:nvSpPr>
        <p:spPr>
          <a:xfrm>
            <a:off x="228600" y="-152400"/>
            <a:ext cx="8686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body" idx="1"/>
          </p:nvPr>
        </p:nvSpPr>
        <p:spPr>
          <a:xfrm>
            <a:off x="228600" y="1219200"/>
            <a:ext cx="426720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rgbClr val="444444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rgbClr val="444444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rgbClr val="444444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444444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444444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Google Shape;40;p12"/>
          <p:cNvSpPr txBox="1">
            <a:spLocks noGrp="1"/>
          </p:cNvSpPr>
          <p:nvPr>
            <p:ph type="body" idx="2"/>
          </p:nvPr>
        </p:nvSpPr>
        <p:spPr>
          <a:xfrm>
            <a:off x="4648200" y="1219200"/>
            <a:ext cx="426720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rgbClr val="444444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rgbClr val="444444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rgbClr val="444444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444444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444444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Google Shape;41;p12"/>
          <p:cNvSpPr txBox="1">
            <a:spLocks noGrp="1"/>
          </p:cNvSpPr>
          <p:nvPr>
            <p:ph type="dt" idx="10"/>
          </p:nvPr>
        </p:nvSpPr>
        <p:spPr>
          <a:xfrm>
            <a:off x="2286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2"/>
          <p:cNvSpPr txBox="1">
            <a:spLocks noGrp="1"/>
          </p:cNvSpPr>
          <p:nvPr>
            <p:ph type="ftr" idx="11"/>
          </p:nvPr>
        </p:nvSpPr>
        <p:spPr>
          <a:xfrm>
            <a:off x="2590800" y="6553200"/>
            <a:ext cx="396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2"/>
          <p:cNvSpPr txBox="1">
            <a:spLocks noGrp="1"/>
          </p:cNvSpPr>
          <p:nvPr>
            <p:ph type="sldNum" idx="12"/>
          </p:nvPr>
        </p:nvSpPr>
        <p:spPr>
          <a:xfrm>
            <a:off x="67818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3"/>
          <p:cNvSpPr txBox="1">
            <a:spLocks noGrp="1"/>
          </p:cNvSpPr>
          <p:nvPr>
            <p:ph type="title"/>
          </p:nvPr>
        </p:nvSpPr>
        <p:spPr>
          <a:xfrm>
            <a:off x="228600" y="-152400"/>
            <a:ext cx="8686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body" idx="1"/>
          </p:nvPr>
        </p:nvSpPr>
        <p:spPr>
          <a:xfrm>
            <a:off x="228600" y="1189038"/>
            <a:ext cx="42687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rgbClr val="444444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rgbClr val="444444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rgbClr val="444444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rgbClr val="444444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rgbClr val="444444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Google Shape;47;p13"/>
          <p:cNvSpPr txBox="1">
            <a:spLocks noGrp="1"/>
          </p:cNvSpPr>
          <p:nvPr>
            <p:ph type="body" idx="2"/>
          </p:nvPr>
        </p:nvSpPr>
        <p:spPr>
          <a:xfrm>
            <a:off x="228600" y="1828800"/>
            <a:ext cx="4268788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rgbClr val="444444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rgbClr val="444444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444444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rgbClr val="444444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rgbClr val="444444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Google Shape;48;p13"/>
          <p:cNvSpPr txBox="1">
            <a:spLocks noGrp="1"/>
          </p:cNvSpPr>
          <p:nvPr>
            <p:ph type="body" idx="3"/>
          </p:nvPr>
        </p:nvSpPr>
        <p:spPr>
          <a:xfrm>
            <a:off x="4645025" y="1189038"/>
            <a:ext cx="42703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rgbClr val="444444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rgbClr val="444444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rgbClr val="444444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rgbClr val="444444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rgbClr val="444444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Google Shape;49;p13"/>
          <p:cNvSpPr txBox="1">
            <a:spLocks noGrp="1"/>
          </p:cNvSpPr>
          <p:nvPr>
            <p:ph type="body" idx="4"/>
          </p:nvPr>
        </p:nvSpPr>
        <p:spPr>
          <a:xfrm>
            <a:off x="4645025" y="1828800"/>
            <a:ext cx="4270375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rgbClr val="444444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rgbClr val="444444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444444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rgbClr val="444444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rgbClr val="444444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Google Shape;50;p13"/>
          <p:cNvSpPr txBox="1">
            <a:spLocks noGrp="1"/>
          </p:cNvSpPr>
          <p:nvPr>
            <p:ph type="dt" idx="10"/>
          </p:nvPr>
        </p:nvSpPr>
        <p:spPr>
          <a:xfrm>
            <a:off x="2286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ftr" idx="11"/>
          </p:nvPr>
        </p:nvSpPr>
        <p:spPr>
          <a:xfrm>
            <a:off x="2590800" y="6553200"/>
            <a:ext cx="396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sldNum" idx="12"/>
          </p:nvPr>
        </p:nvSpPr>
        <p:spPr>
          <a:xfrm>
            <a:off x="67818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>
            <a:spLocks noGrp="1"/>
          </p:cNvSpPr>
          <p:nvPr>
            <p:ph type="title"/>
          </p:nvPr>
        </p:nvSpPr>
        <p:spPr>
          <a:xfrm>
            <a:off x="228600" y="-152400"/>
            <a:ext cx="8686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5" name="Google Shape;55;p14"/>
          <p:cNvSpPr txBox="1">
            <a:spLocks noGrp="1"/>
          </p:cNvSpPr>
          <p:nvPr>
            <p:ph type="dt" idx="10"/>
          </p:nvPr>
        </p:nvSpPr>
        <p:spPr>
          <a:xfrm>
            <a:off x="2286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ftr" idx="11"/>
          </p:nvPr>
        </p:nvSpPr>
        <p:spPr>
          <a:xfrm>
            <a:off x="2590800" y="6553200"/>
            <a:ext cx="396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67818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dt" idx="10"/>
          </p:nvPr>
        </p:nvSpPr>
        <p:spPr>
          <a:xfrm>
            <a:off x="2286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ftr" idx="11"/>
          </p:nvPr>
        </p:nvSpPr>
        <p:spPr>
          <a:xfrm>
            <a:off x="2590800" y="6553200"/>
            <a:ext cx="396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sldNum" idx="12"/>
          </p:nvPr>
        </p:nvSpPr>
        <p:spPr>
          <a:xfrm>
            <a:off x="67818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rgbClr val="F4F3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6"/>
          <p:cNvSpPr txBox="1">
            <a:spLocks noGrp="1"/>
          </p:cNvSpPr>
          <p:nvPr>
            <p:ph type="title"/>
          </p:nvPr>
        </p:nvSpPr>
        <p:spPr>
          <a:xfrm>
            <a:off x="228600" y="273050"/>
            <a:ext cx="32369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340350" cy="605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rgbClr val="444444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444444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444444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444444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444444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Google Shape;66;p16"/>
          <p:cNvSpPr txBox="1">
            <a:spLocks noGrp="1"/>
          </p:cNvSpPr>
          <p:nvPr>
            <p:ph type="body" idx="2"/>
          </p:nvPr>
        </p:nvSpPr>
        <p:spPr>
          <a:xfrm>
            <a:off x="228600" y="1435100"/>
            <a:ext cx="3236913" cy="48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rgbClr val="444444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rgbClr val="444444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rgbClr val="444444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rgbClr val="444444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rgbClr val="444444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7" name="Google Shape;67;p16"/>
          <p:cNvSpPr txBox="1">
            <a:spLocks noGrp="1"/>
          </p:cNvSpPr>
          <p:nvPr>
            <p:ph type="dt" idx="10"/>
          </p:nvPr>
        </p:nvSpPr>
        <p:spPr>
          <a:xfrm>
            <a:off x="2286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ftr" idx="11"/>
          </p:nvPr>
        </p:nvSpPr>
        <p:spPr>
          <a:xfrm>
            <a:off x="2590800" y="6553200"/>
            <a:ext cx="396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sldNum" idx="12"/>
          </p:nvPr>
        </p:nvSpPr>
        <p:spPr>
          <a:xfrm>
            <a:off x="67818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rgbClr val="F4F3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7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>
                <a:solidFill>
                  <a:srgbClr val="444444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3" name="Google Shape;73;p17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7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rgbClr val="444444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rgbClr val="444444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rgbClr val="444444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rgbClr val="444444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rgbClr val="444444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5" name="Google Shape;75;p17"/>
          <p:cNvSpPr txBox="1">
            <a:spLocks noGrp="1"/>
          </p:cNvSpPr>
          <p:nvPr>
            <p:ph type="dt" idx="10"/>
          </p:nvPr>
        </p:nvSpPr>
        <p:spPr>
          <a:xfrm>
            <a:off x="2286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ftr" idx="11"/>
          </p:nvPr>
        </p:nvSpPr>
        <p:spPr>
          <a:xfrm>
            <a:off x="2590800" y="6553200"/>
            <a:ext cx="396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sldNum" idx="12"/>
          </p:nvPr>
        </p:nvSpPr>
        <p:spPr>
          <a:xfrm>
            <a:off x="67818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9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rgbClr val="909090"/>
              </a:buClr>
              <a:buSzPts val="2400"/>
              <a:buNone/>
              <a:defRPr sz="2400">
                <a:solidFill>
                  <a:srgbClr val="909090"/>
                </a:solidFill>
              </a:defRPr>
            </a:lvl1pPr>
            <a:lvl2pPr lvl="1" algn="ctr">
              <a:spcBef>
                <a:spcPts val="480"/>
              </a:spcBef>
              <a:spcAft>
                <a:spcPts val="0"/>
              </a:spcAft>
              <a:buClr>
                <a:srgbClr val="909090"/>
              </a:buClr>
              <a:buSzPts val="2400"/>
              <a:buNone/>
              <a:defRPr>
                <a:solidFill>
                  <a:srgbClr val="909090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2000"/>
              <a:buNone/>
              <a:defRPr>
                <a:solidFill>
                  <a:srgbClr val="909090"/>
                </a:solidFill>
              </a:defRPr>
            </a:lvl3pPr>
            <a:lvl4pPr lvl="3" algn="ctr">
              <a:spcBef>
                <a:spcPts val="360"/>
              </a:spcBef>
              <a:spcAft>
                <a:spcPts val="0"/>
              </a:spcAft>
              <a:buClr>
                <a:srgbClr val="909090"/>
              </a:buClr>
              <a:buSzPts val="1800"/>
              <a:buNone/>
              <a:defRPr>
                <a:solidFill>
                  <a:srgbClr val="909090"/>
                </a:solidFill>
              </a:defRPr>
            </a:lvl4pPr>
            <a:lvl5pPr lvl="4" algn="ctr">
              <a:spcBef>
                <a:spcPts val="360"/>
              </a:spcBef>
              <a:spcAft>
                <a:spcPts val="0"/>
              </a:spcAft>
              <a:buClr>
                <a:srgbClr val="909090"/>
              </a:buClr>
              <a:buSzPts val="1800"/>
              <a:buNone/>
              <a:defRPr>
                <a:solidFill>
                  <a:srgbClr val="909090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2000"/>
              <a:buNone/>
              <a:defRPr>
                <a:solidFill>
                  <a:srgbClr val="909090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2000"/>
              <a:buNone/>
              <a:defRPr>
                <a:solidFill>
                  <a:srgbClr val="909090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2000"/>
              <a:buNone/>
              <a:defRPr>
                <a:solidFill>
                  <a:srgbClr val="909090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2000"/>
              <a:buNone/>
              <a:defRPr>
                <a:solidFill>
                  <a:srgbClr val="909090"/>
                </a:solidFill>
              </a:defRPr>
            </a:lvl9pPr>
          </a:lstStyle>
          <a:p>
            <a:endParaRPr/>
          </a:p>
        </p:txBody>
      </p:sp>
      <p:sp>
        <p:nvSpPr>
          <p:cNvPr id="91" name="Google Shape;91;p19"/>
          <p:cNvSpPr txBox="1">
            <a:spLocks noGrp="1"/>
          </p:cNvSpPr>
          <p:nvPr>
            <p:ph type="dt" idx="10"/>
          </p:nvPr>
        </p:nvSpPr>
        <p:spPr>
          <a:xfrm>
            <a:off x="2286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ftr" idx="11"/>
          </p:nvPr>
        </p:nvSpPr>
        <p:spPr>
          <a:xfrm>
            <a:off x="2590800" y="6553200"/>
            <a:ext cx="396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sldNum" idx="12"/>
          </p:nvPr>
        </p:nvSpPr>
        <p:spPr>
          <a:xfrm>
            <a:off x="67818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>
            <a:spLocks noGrp="1"/>
          </p:cNvSpPr>
          <p:nvPr>
            <p:ph type="title"/>
          </p:nvPr>
        </p:nvSpPr>
        <p:spPr>
          <a:xfrm>
            <a:off x="228600" y="-152400"/>
            <a:ext cx="8686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0"/>
          <p:cNvSpPr txBox="1">
            <a:spLocks noGrp="1"/>
          </p:cNvSpPr>
          <p:nvPr>
            <p:ph type="body" idx="1"/>
          </p:nvPr>
        </p:nvSpPr>
        <p:spPr>
          <a:xfrm>
            <a:off x="228600" y="1143000"/>
            <a:ext cx="86868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rgbClr val="444444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rgbClr val="444444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444444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444444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444444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dt" idx="10"/>
          </p:nvPr>
        </p:nvSpPr>
        <p:spPr>
          <a:xfrm>
            <a:off x="2286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ftr" idx="11"/>
          </p:nvPr>
        </p:nvSpPr>
        <p:spPr>
          <a:xfrm>
            <a:off x="2590800" y="6553200"/>
            <a:ext cx="396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0"/>
          <p:cNvSpPr txBox="1">
            <a:spLocks noGrp="1"/>
          </p:cNvSpPr>
          <p:nvPr>
            <p:ph type="sldNum" idx="12"/>
          </p:nvPr>
        </p:nvSpPr>
        <p:spPr>
          <a:xfrm>
            <a:off x="67818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>
                <a:solidFill>
                  <a:srgbClr val="DBD6C7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444444"/>
              </a:buClr>
              <a:buSzPts val="2000"/>
              <a:buNone/>
              <a:defRPr sz="2000">
                <a:solidFill>
                  <a:srgbClr val="444444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909090"/>
              </a:buClr>
              <a:buSzPts val="1800"/>
              <a:buNone/>
              <a:defRPr sz="1800">
                <a:solidFill>
                  <a:srgbClr val="909090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909090"/>
              </a:buClr>
              <a:buSzPts val="1600"/>
              <a:buNone/>
              <a:defRPr sz="1600">
                <a:solidFill>
                  <a:srgbClr val="909090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909090"/>
              </a:buClr>
              <a:buSzPts val="1400"/>
              <a:buNone/>
              <a:defRPr sz="1400">
                <a:solidFill>
                  <a:srgbClr val="909090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909090"/>
              </a:buClr>
              <a:buSzPts val="1400"/>
              <a:buNone/>
              <a:defRPr sz="1400">
                <a:solidFill>
                  <a:srgbClr val="909090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909090"/>
              </a:buClr>
              <a:buSzPts val="1400"/>
              <a:buNone/>
              <a:defRPr sz="1400">
                <a:solidFill>
                  <a:srgbClr val="909090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909090"/>
              </a:buClr>
              <a:buSzPts val="1400"/>
              <a:buNone/>
              <a:defRPr sz="1400">
                <a:solidFill>
                  <a:srgbClr val="909090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909090"/>
              </a:buClr>
              <a:buSzPts val="1400"/>
              <a:buNone/>
              <a:defRPr sz="1400">
                <a:solidFill>
                  <a:srgbClr val="909090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909090"/>
              </a:buClr>
              <a:buSzPts val="1400"/>
              <a:buNone/>
              <a:defRPr sz="1400">
                <a:solidFill>
                  <a:srgbClr val="909090"/>
                </a:solidFill>
              </a:defRPr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dt" idx="10"/>
          </p:nvPr>
        </p:nvSpPr>
        <p:spPr>
          <a:xfrm>
            <a:off x="2286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ftr" idx="11"/>
          </p:nvPr>
        </p:nvSpPr>
        <p:spPr>
          <a:xfrm>
            <a:off x="2590800" y="6553200"/>
            <a:ext cx="396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sldNum" idx="12"/>
          </p:nvPr>
        </p:nvSpPr>
        <p:spPr>
          <a:xfrm>
            <a:off x="67818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>
            <a:spLocks noGrp="1"/>
          </p:cNvSpPr>
          <p:nvPr>
            <p:ph type="title"/>
          </p:nvPr>
        </p:nvSpPr>
        <p:spPr>
          <a:xfrm>
            <a:off x="228600" y="-152400"/>
            <a:ext cx="8686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2"/>
          <p:cNvSpPr txBox="1">
            <a:spLocks noGrp="1"/>
          </p:cNvSpPr>
          <p:nvPr>
            <p:ph type="body" idx="1"/>
          </p:nvPr>
        </p:nvSpPr>
        <p:spPr>
          <a:xfrm>
            <a:off x="228600" y="1219200"/>
            <a:ext cx="426720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rgbClr val="444444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rgbClr val="444444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rgbClr val="444444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444444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444444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09" name="Google Shape;109;p22"/>
          <p:cNvSpPr txBox="1">
            <a:spLocks noGrp="1"/>
          </p:cNvSpPr>
          <p:nvPr>
            <p:ph type="body" idx="2"/>
          </p:nvPr>
        </p:nvSpPr>
        <p:spPr>
          <a:xfrm>
            <a:off x="4648200" y="1219200"/>
            <a:ext cx="426720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rgbClr val="444444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rgbClr val="444444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rgbClr val="444444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444444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444444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dt" idx="10"/>
          </p:nvPr>
        </p:nvSpPr>
        <p:spPr>
          <a:xfrm>
            <a:off x="2286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ftr" idx="11"/>
          </p:nvPr>
        </p:nvSpPr>
        <p:spPr>
          <a:xfrm>
            <a:off x="2590800" y="6553200"/>
            <a:ext cx="396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sldNum" idx="12"/>
          </p:nvPr>
        </p:nvSpPr>
        <p:spPr>
          <a:xfrm>
            <a:off x="67818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>
            <a:spLocks noGrp="1"/>
          </p:cNvSpPr>
          <p:nvPr>
            <p:ph type="title"/>
          </p:nvPr>
        </p:nvSpPr>
        <p:spPr>
          <a:xfrm>
            <a:off x="228600" y="-152400"/>
            <a:ext cx="8686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3"/>
          <p:cNvSpPr txBox="1">
            <a:spLocks noGrp="1"/>
          </p:cNvSpPr>
          <p:nvPr>
            <p:ph type="body" idx="1"/>
          </p:nvPr>
        </p:nvSpPr>
        <p:spPr>
          <a:xfrm>
            <a:off x="228600" y="1189038"/>
            <a:ext cx="42687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rgbClr val="444444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rgbClr val="444444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rgbClr val="444444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rgbClr val="444444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rgbClr val="444444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body" idx="2"/>
          </p:nvPr>
        </p:nvSpPr>
        <p:spPr>
          <a:xfrm>
            <a:off x="228600" y="1828800"/>
            <a:ext cx="4268788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rgbClr val="444444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rgbClr val="444444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444444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rgbClr val="444444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rgbClr val="444444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body" idx="3"/>
          </p:nvPr>
        </p:nvSpPr>
        <p:spPr>
          <a:xfrm>
            <a:off x="4645025" y="1189038"/>
            <a:ext cx="42703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rgbClr val="444444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rgbClr val="444444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rgbClr val="444444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rgbClr val="444444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rgbClr val="444444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body" idx="4"/>
          </p:nvPr>
        </p:nvSpPr>
        <p:spPr>
          <a:xfrm>
            <a:off x="4645025" y="1828800"/>
            <a:ext cx="4270375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rgbClr val="444444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rgbClr val="444444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444444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rgbClr val="444444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rgbClr val="444444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19" name="Google Shape;119;p23"/>
          <p:cNvSpPr txBox="1">
            <a:spLocks noGrp="1"/>
          </p:cNvSpPr>
          <p:nvPr>
            <p:ph type="dt" idx="10"/>
          </p:nvPr>
        </p:nvSpPr>
        <p:spPr>
          <a:xfrm>
            <a:off x="2286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3"/>
          <p:cNvSpPr txBox="1">
            <a:spLocks noGrp="1"/>
          </p:cNvSpPr>
          <p:nvPr>
            <p:ph type="ftr" idx="11"/>
          </p:nvPr>
        </p:nvSpPr>
        <p:spPr>
          <a:xfrm>
            <a:off x="2590800" y="6553200"/>
            <a:ext cx="396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3"/>
          <p:cNvSpPr txBox="1">
            <a:spLocks noGrp="1"/>
          </p:cNvSpPr>
          <p:nvPr>
            <p:ph type="sldNum" idx="12"/>
          </p:nvPr>
        </p:nvSpPr>
        <p:spPr>
          <a:xfrm>
            <a:off x="67818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>
            <a:spLocks noGrp="1"/>
          </p:cNvSpPr>
          <p:nvPr>
            <p:ph type="title"/>
          </p:nvPr>
        </p:nvSpPr>
        <p:spPr>
          <a:xfrm>
            <a:off x="228600" y="-152400"/>
            <a:ext cx="8686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4"/>
          <p:cNvSpPr txBox="1">
            <a:spLocks noGrp="1"/>
          </p:cNvSpPr>
          <p:nvPr>
            <p:ph type="dt" idx="10"/>
          </p:nvPr>
        </p:nvSpPr>
        <p:spPr>
          <a:xfrm>
            <a:off x="2286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24"/>
          <p:cNvSpPr txBox="1">
            <a:spLocks noGrp="1"/>
          </p:cNvSpPr>
          <p:nvPr>
            <p:ph type="ftr" idx="11"/>
          </p:nvPr>
        </p:nvSpPr>
        <p:spPr>
          <a:xfrm>
            <a:off x="2590800" y="6553200"/>
            <a:ext cx="396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24"/>
          <p:cNvSpPr txBox="1">
            <a:spLocks noGrp="1"/>
          </p:cNvSpPr>
          <p:nvPr>
            <p:ph type="sldNum" idx="12"/>
          </p:nvPr>
        </p:nvSpPr>
        <p:spPr>
          <a:xfrm>
            <a:off x="67818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5"/>
          <p:cNvSpPr txBox="1">
            <a:spLocks noGrp="1"/>
          </p:cNvSpPr>
          <p:nvPr>
            <p:ph type="dt" idx="10"/>
          </p:nvPr>
        </p:nvSpPr>
        <p:spPr>
          <a:xfrm>
            <a:off x="2286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5"/>
          <p:cNvSpPr txBox="1">
            <a:spLocks noGrp="1"/>
          </p:cNvSpPr>
          <p:nvPr>
            <p:ph type="ftr" idx="11"/>
          </p:nvPr>
        </p:nvSpPr>
        <p:spPr>
          <a:xfrm>
            <a:off x="2590800" y="6553200"/>
            <a:ext cx="396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25"/>
          <p:cNvSpPr txBox="1">
            <a:spLocks noGrp="1"/>
          </p:cNvSpPr>
          <p:nvPr>
            <p:ph type="sldNum" idx="12"/>
          </p:nvPr>
        </p:nvSpPr>
        <p:spPr>
          <a:xfrm>
            <a:off x="67818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rgbClr val="F4F3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6"/>
          <p:cNvSpPr txBox="1">
            <a:spLocks noGrp="1"/>
          </p:cNvSpPr>
          <p:nvPr>
            <p:ph type="title"/>
          </p:nvPr>
        </p:nvSpPr>
        <p:spPr>
          <a:xfrm>
            <a:off x="228600" y="273050"/>
            <a:ext cx="32369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26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340350" cy="605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rgbClr val="444444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444444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444444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444444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444444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5" name="Google Shape;135;p26"/>
          <p:cNvSpPr txBox="1">
            <a:spLocks noGrp="1"/>
          </p:cNvSpPr>
          <p:nvPr>
            <p:ph type="body" idx="2"/>
          </p:nvPr>
        </p:nvSpPr>
        <p:spPr>
          <a:xfrm>
            <a:off x="228600" y="1435100"/>
            <a:ext cx="3236913" cy="48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rgbClr val="444444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rgbClr val="444444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rgbClr val="444444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rgbClr val="444444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rgbClr val="444444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36" name="Google Shape;136;p26"/>
          <p:cNvSpPr txBox="1">
            <a:spLocks noGrp="1"/>
          </p:cNvSpPr>
          <p:nvPr>
            <p:ph type="dt" idx="10"/>
          </p:nvPr>
        </p:nvSpPr>
        <p:spPr>
          <a:xfrm>
            <a:off x="2286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26"/>
          <p:cNvSpPr txBox="1">
            <a:spLocks noGrp="1"/>
          </p:cNvSpPr>
          <p:nvPr>
            <p:ph type="ftr" idx="11"/>
          </p:nvPr>
        </p:nvSpPr>
        <p:spPr>
          <a:xfrm>
            <a:off x="2590800" y="6553200"/>
            <a:ext cx="396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26"/>
          <p:cNvSpPr txBox="1">
            <a:spLocks noGrp="1"/>
          </p:cNvSpPr>
          <p:nvPr>
            <p:ph type="sldNum" idx="12"/>
          </p:nvPr>
        </p:nvSpPr>
        <p:spPr>
          <a:xfrm>
            <a:off x="67818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7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rgbClr val="F4F3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7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>
                <a:solidFill>
                  <a:srgbClr val="444444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7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27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rgbClr val="444444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rgbClr val="444444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rgbClr val="444444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rgbClr val="444444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rgbClr val="444444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44" name="Google Shape;144;p27"/>
          <p:cNvSpPr txBox="1">
            <a:spLocks noGrp="1"/>
          </p:cNvSpPr>
          <p:nvPr>
            <p:ph type="dt" idx="10"/>
          </p:nvPr>
        </p:nvSpPr>
        <p:spPr>
          <a:xfrm>
            <a:off x="2286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7"/>
          <p:cNvSpPr txBox="1">
            <a:spLocks noGrp="1"/>
          </p:cNvSpPr>
          <p:nvPr>
            <p:ph type="ftr" idx="11"/>
          </p:nvPr>
        </p:nvSpPr>
        <p:spPr>
          <a:xfrm>
            <a:off x="2590800" y="6553200"/>
            <a:ext cx="396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27"/>
          <p:cNvSpPr txBox="1">
            <a:spLocks noGrp="1"/>
          </p:cNvSpPr>
          <p:nvPr>
            <p:ph type="sldNum" idx="12"/>
          </p:nvPr>
        </p:nvSpPr>
        <p:spPr>
          <a:xfrm>
            <a:off x="67818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8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gradFill>
            <a:gsLst>
              <a:gs pos="0">
                <a:srgbClr val="CB1F2E"/>
              </a:gs>
              <a:gs pos="100000">
                <a:srgbClr val="951722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8"/>
          <p:cNvSpPr/>
          <p:nvPr/>
        </p:nvSpPr>
        <p:spPr>
          <a:xfrm>
            <a:off x="0" y="914400"/>
            <a:ext cx="9144000" cy="152400"/>
          </a:xfrm>
          <a:prstGeom prst="rect">
            <a:avLst/>
          </a:prstGeom>
          <a:gradFill>
            <a:gsLst>
              <a:gs pos="0">
                <a:srgbClr val="BFBEB6"/>
              </a:gs>
              <a:gs pos="100000">
                <a:srgbClr val="F4F3E8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8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DBD6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8"/>
          <p:cNvSpPr txBox="1">
            <a:spLocks noGrp="1"/>
          </p:cNvSpPr>
          <p:nvPr>
            <p:ph type="title"/>
          </p:nvPr>
        </p:nvSpPr>
        <p:spPr>
          <a:xfrm>
            <a:off x="228600" y="-152400"/>
            <a:ext cx="8686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body" idx="1"/>
          </p:nvPr>
        </p:nvSpPr>
        <p:spPr>
          <a:xfrm>
            <a:off x="228600" y="1143000"/>
            <a:ext cx="86868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rgbClr val="444444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rgbClr val="444444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rgbClr val="444444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rgbClr val="444444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rgbClr val="444444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8"/>
          <p:cNvSpPr txBox="1">
            <a:spLocks noGrp="1"/>
          </p:cNvSpPr>
          <p:nvPr>
            <p:ph type="dt" idx="10"/>
          </p:nvPr>
        </p:nvSpPr>
        <p:spPr>
          <a:xfrm>
            <a:off x="2286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p8"/>
          <p:cNvSpPr txBox="1">
            <a:spLocks noGrp="1"/>
          </p:cNvSpPr>
          <p:nvPr>
            <p:ph type="ftr" idx="11"/>
          </p:nvPr>
        </p:nvSpPr>
        <p:spPr>
          <a:xfrm>
            <a:off x="2590800" y="6553200"/>
            <a:ext cx="396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8"/>
          <p:cNvSpPr txBox="1">
            <a:spLocks noGrp="1"/>
          </p:cNvSpPr>
          <p:nvPr>
            <p:ph type="sldNum" idx="12"/>
          </p:nvPr>
        </p:nvSpPr>
        <p:spPr>
          <a:xfrm>
            <a:off x="67818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8" name="Google Shape;18;p8"/>
          <p:cNvCxnSpPr/>
          <p:nvPr/>
        </p:nvCxnSpPr>
        <p:spPr>
          <a:xfrm>
            <a:off x="0" y="914400"/>
            <a:ext cx="9144000" cy="0"/>
          </a:xfrm>
          <a:prstGeom prst="straightConnector1">
            <a:avLst/>
          </a:prstGeom>
          <a:noFill/>
          <a:ln w="57150" cap="sq" cmpd="sng">
            <a:solidFill>
              <a:srgbClr val="ECC838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8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gradFill>
            <a:gsLst>
              <a:gs pos="0">
                <a:srgbClr val="1F4CCB"/>
              </a:gs>
              <a:gs pos="100000">
                <a:srgbClr val="183094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8"/>
          <p:cNvSpPr/>
          <p:nvPr/>
        </p:nvSpPr>
        <p:spPr>
          <a:xfrm>
            <a:off x="0" y="914400"/>
            <a:ext cx="9144000" cy="152400"/>
          </a:xfrm>
          <a:prstGeom prst="rect">
            <a:avLst/>
          </a:prstGeom>
          <a:gradFill>
            <a:gsLst>
              <a:gs pos="0">
                <a:srgbClr val="BFBEB6"/>
              </a:gs>
              <a:gs pos="100000">
                <a:srgbClr val="F4F3E8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8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DBD6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8"/>
          <p:cNvSpPr txBox="1">
            <a:spLocks noGrp="1"/>
          </p:cNvSpPr>
          <p:nvPr>
            <p:ph type="title"/>
          </p:nvPr>
        </p:nvSpPr>
        <p:spPr>
          <a:xfrm>
            <a:off x="228600" y="-152400"/>
            <a:ext cx="8686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body" idx="1"/>
          </p:nvPr>
        </p:nvSpPr>
        <p:spPr>
          <a:xfrm>
            <a:off x="228600" y="1143000"/>
            <a:ext cx="86868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rgbClr val="444444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rgbClr val="444444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rgbClr val="444444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rgbClr val="444444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rgbClr val="444444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dt" idx="10"/>
          </p:nvPr>
        </p:nvSpPr>
        <p:spPr>
          <a:xfrm>
            <a:off x="2286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ftr" idx="11"/>
          </p:nvPr>
        </p:nvSpPr>
        <p:spPr>
          <a:xfrm>
            <a:off x="2590800" y="6553200"/>
            <a:ext cx="396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sldNum" idx="12"/>
          </p:nvPr>
        </p:nvSpPr>
        <p:spPr>
          <a:xfrm>
            <a:off x="67818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87" name="Google Shape;87;p18"/>
          <p:cNvCxnSpPr/>
          <p:nvPr/>
        </p:nvCxnSpPr>
        <p:spPr>
          <a:xfrm>
            <a:off x="0" y="914400"/>
            <a:ext cx="9144000" cy="0"/>
          </a:xfrm>
          <a:prstGeom prst="straightConnector1">
            <a:avLst/>
          </a:prstGeom>
          <a:noFill/>
          <a:ln w="57150" cap="sq" cmpd="sng">
            <a:solidFill>
              <a:srgbClr val="ECC838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909090"/>
              </a:buClr>
              <a:buSzPts val="2400"/>
              <a:buNone/>
            </a:pPr>
            <a:r>
              <a:rPr lang="en-US" dirty="0"/>
              <a:t>Jason Xie</a:t>
            </a:r>
            <a:endParaRPr dirty="0"/>
          </a:p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Clr>
                <a:srgbClr val="909090"/>
              </a:buClr>
              <a:buSzPts val="2400"/>
              <a:buNone/>
            </a:pPr>
            <a:r>
              <a:rPr lang="en-US" dirty="0"/>
              <a:t>Date: 01/28/2026</a:t>
            </a:r>
            <a:endParaRPr dirty="0"/>
          </a:p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Clr>
                <a:srgbClr val="909090"/>
              </a:buClr>
              <a:buSzPts val="2400"/>
              <a:buNone/>
            </a:pPr>
            <a:endParaRPr dirty="0"/>
          </a:p>
        </p:txBody>
      </p:sp>
      <p:sp>
        <p:nvSpPr>
          <p:cNvPr id="153" name="Google Shape;153;p1"/>
          <p:cNvSpPr txBox="1">
            <a:spLocks noGrp="1"/>
          </p:cNvSpPr>
          <p:nvPr>
            <p:ph type="sldNum" idx="12"/>
          </p:nvPr>
        </p:nvSpPr>
        <p:spPr>
          <a:xfrm>
            <a:off x="67818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154" name="Google Shape;154;p1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Creative Component Update</a:t>
            </a:r>
            <a:endParaRPr dirty="0"/>
          </a:p>
        </p:txBody>
      </p:sp>
      <p:sp>
        <p:nvSpPr>
          <p:cNvPr id="155" name="Google Shape;155;p1"/>
          <p:cNvSpPr txBox="1">
            <a:spLocks noGrp="1"/>
          </p:cNvSpPr>
          <p:nvPr>
            <p:ph type="dt" idx="10"/>
          </p:nvPr>
        </p:nvSpPr>
        <p:spPr>
          <a:xfrm>
            <a:off x="2286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Iowa State University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"/>
          <p:cNvSpPr txBox="1">
            <a:spLocks noGrp="1"/>
          </p:cNvSpPr>
          <p:nvPr>
            <p:ph type="title"/>
          </p:nvPr>
        </p:nvSpPr>
        <p:spPr>
          <a:xfrm>
            <a:off x="228600" y="-152400"/>
            <a:ext cx="8686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Overview</a:t>
            </a:r>
            <a:endParaRPr sz="3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"/>
          <p:cNvSpPr txBox="1">
            <a:spLocks noGrp="1"/>
          </p:cNvSpPr>
          <p:nvPr>
            <p:ph type="body" idx="1"/>
          </p:nvPr>
        </p:nvSpPr>
        <p:spPr>
          <a:xfrm>
            <a:off x="228600" y="1143000"/>
            <a:ext cx="86868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rgbClr val="444444"/>
              </a:buClr>
              <a:buSzPts val="2800"/>
              <a:buChar char="•"/>
            </a:pPr>
            <a:r>
              <a:rPr lang="en-US" dirty="0"/>
              <a:t>Learning HQC</a:t>
            </a:r>
          </a:p>
          <a:p>
            <a:pPr marL="800100" lvl="1">
              <a:spcBef>
                <a:spcPts val="560"/>
              </a:spcBef>
              <a:buSzPts val="2800"/>
              <a:buChar char="•"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Focusing </a:t>
            </a:r>
            <a:r>
              <a:rPr lang="en-US" dirty="0"/>
              <a:t>on recent polynomial multiplication and sampling</a:t>
            </a:r>
          </a:p>
        </p:txBody>
      </p:sp>
      <p:sp>
        <p:nvSpPr>
          <p:cNvPr id="162" name="Google Shape;162;p2"/>
          <p:cNvSpPr txBox="1">
            <a:spLocks noGrp="1"/>
          </p:cNvSpPr>
          <p:nvPr>
            <p:ph type="sldNum" idx="12"/>
          </p:nvPr>
        </p:nvSpPr>
        <p:spPr>
          <a:xfrm>
            <a:off x="67818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163" name="Google Shape;163;p2"/>
          <p:cNvSpPr txBox="1">
            <a:spLocks noGrp="1"/>
          </p:cNvSpPr>
          <p:nvPr>
            <p:ph type="dt" idx="10"/>
          </p:nvPr>
        </p:nvSpPr>
        <p:spPr>
          <a:xfrm>
            <a:off x="2286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Iowa State University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34B09-D990-826C-BCF4-F6CF681F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HQC-1 perf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0F20FE-9E9D-A4B2-5B32-493E670BEE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3236186"/>
            <a:ext cx="4637972" cy="3088413"/>
          </a:xfrm>
        </p:spPr>
        <p:txBody>
          <a:bodyPr/>
          <a:lstStyle/>
          <a:p>
            <a:r>
              <a:rPr lang="en-US" sz="2000" dirty="0"/>
              <a:t>Using Linux perf, we can see very clearly that the vector multiplication dominates all three functions</a:t>
            </a:r>
          </a:p>
          <a:p>
            <a:r>
              <a:rPr lang="en-US" sz="2000" dirty="0"/>
              <a:t>In other papers that provided similar metrics, but with different multipliers, the vector multiplication function still dominates the scheme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67AB81-B4E6-20FE-2F52-ADFF47697E5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831B1D-5DFE-9647-964A-2278A731FC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5152" y="3229147"/>
            <a:ext cx="3990248" cy="30884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87E2B86-D707-79C5-C2DB-944389D125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598" y="997639"/>
            <a:ext cx="8462803" cy="2238547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505A0B2-520A-4C74-1BB3-DAD48B875DB2}"/>
              </a:ext>
            </a:extLst>
          </p:cNvPr>
          <p:cNvSpPr/>
          <p:nvPr/>
        </p:nvSpPr>
        <p:spPr>
          <a:xfrm>
            <a:off x="4925152" y="4461536"/>
            <a:ext cx="3924276" cy="1472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3669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"/>
          <p:cNvSpPr txBox="1">
            <a:spLocks noGrp="1"/>
          </p:cNvSpPr>
          <p:nvPr>
            <p:ph type="title"/>
          </p:nvPr>
        </p:nvSpPr>
        <p:spPr>
          <a:xfrm>
            <a:off x="228600" y="-152400"/>
            <a:ext cx="8686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lnSpc>
                <a:spcPct val="95000"/>
              </a:lnSpc>
            </a:pPr>
            <a:r>
              <a:rPr lang="en-US" sz="3200" dirty="0">
                <a:latin typeface="Arial"/>
                <a:cs typeface="Arial"/>
                <a:sym typeface="Arial"/>
              </a:rPr>
              <a:t>Recent approaches</a:t>
            </a:r>
            <a:endParaRPr lang="en-US" sz="3200" dirty="0">
              <a:latin typeface="Arial"/>
              <a:cs typeface="Arial"/>
            </a:endParaRPr>
          </a:p>
        </p:txBody>
      </p:sp>
      <p:sp>
        <p:nvSpPr>
          <p:cNvPr id="169" name="Google Shape;169;p3"/>
          <p:cNvSpPr txBox="1">
            <a:spLocks noGrp="1"/>
          </p:cNvSpPr>
          <p:nvPr>
            <p:ph type="body" idx="1"/>
          </p:nvPr>
        </p:nvSpPr>
        <p:spPr>
          <a:xfrm>
            <a:off x="228600" y="1143000"/>
            <a:ext cx="86868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800100" lvl="1">
              <a:spcBef>
                <a:spcPts val="480"/>
              </a:spcBef>
              <a:buSzPts val="2400"/>
            </a:pPr>
            <a:r>
              <a:rPr lang="en-US" dirty="0"/>
              <a:t>Shift-and-add</a:t>
            </a:r>
          </a:p>
          <a:p>
            <a:pPr marL="1257300" lvl="2">
              <a:spcBef>
                <a:spcPts val="480"/>
              </a:spcBef>
              <a:buSzPts val="2400"/>
            </a:pPr>
            <a:r>
              <a:rPr lang="en-US" dirty="0"/>
              <a:t>Featured in earliest hardware implementations</a:t>
            </a:r>
          </a:p>
          <a:p>
            <a:pPr marL="1257300" lvl="2">
              <a:spcBef>
                <a:spcPts val="480"/>
              </a:spcBef>
              <a:buSzPts val="2400"/>
            </a:pPr>
            <a:r>
              <a:rPr lang="en-US" dirty="0"/>
              <a:t>Relies on sparsity?</a:t>
            </a:r>
          </a:p>
          <a:p>
            <a:pPr marL="1257300" lvl="2">
              <a:spcBef>
                <a:spcPts val="480"/>
              </a:spcBef>
              <a:buSzPts val="2400"/>
            </a:pPr>
            <a:r>
              <a:rPr lang="en-US" dirty="0"/>
              <a:t>Subject to recent side-channel attacks </a:t>
            </a:r>
          </a:p>
          <a:p>
            <a:pPr marL="800100" lvl="1">
              <a:spcBef>
                <a:spcPts val="480"/>
              </a:spcBef>
              <a:buSzPts val="2400"/>
            </a:pPr>
            <a:r>
              <a:rPr lang="en-US" dirty="0"/>
              <a:t>Karatsuba and Toom-Cook </a:t>
            </a:r>
          </a:p>
          <a:p>
            <a:pPr marL="1257300" lvl="2">
              <a:spcBef>
                <a:spcPts val="480"/>
              </a:spcBef>
              <a:buSzPts val="2400"/>
            </a:pPr>
            <a:r>
              <a:rPr lang="en-US" dirty="0"/>
              <a:t>Featured in most recent official software implementation of HQC</a:t>
            </a:r>
          </a:p>
          <a:p>
            <a:pPr marL="1257300" lvl="2">
              <a:spcBef>
                <a:spcPts val="480"/>
              </a:spcBef>
              <a:buSzPts val="2400"/>
            </a:pPr>
            <a:r>
              <a:rPr lang="en-US" dirty="0"/>
              <a:t>Dense solvers that are generally inefficient on hardware</a:t>
            </a:r>
          </a:p>
          <a:p>
            <a:pPr marL="1257300" lvl="2">
              <a:spcBef>
                <a:spcPts val="480"/>
              </a:spcBef>
              <a:buSzPts val="2400"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Suffers at larger vector lengths</a:t>
            </a:r>
          </a:p>
          <a:p>
            <a:pPr marL="800100" lvl="1">
              <a:spcBef>
                <a:spcPts val="480"/>
              </a:spcBef>
              <a:buSzPts val="2400"/>
            </a:pPr>
            <a:r>
              <a:rPr lang="en-US" dirty="0"/>
              <a:t>Additive FFT</a:t>
            </a:r>
          </a:p>
          <a:p>
            <a:pPr marL="1257300" lvl="2">
              <a:spcBef>
                <a:spcPts val="480"/>
              </a:spcBef>
              <a:buSzPts val="2400"/>
            </a:pPr>
            <a:r>
              <a:rPr lang="en-US" dirty="0"/>
              <a:t>Complex hardware implementation</a:t>
            </a:r>
          </a:p>
          <a:p>
            <a:pPr marL="1257300" lvl="2">
              <a:spcBef>
                <a:spcPts val="480"/>
              </a:spcBef>
              <a:buSzPts val="2400"/>
            </a:pPr>
            <a:r>
              <a:rPr lang="en-US" dirty="0"/>
              <a:t>Hardware can be structurally similar to NTT (lattice)</a:t>
            </a:r>
          </a:p>
        </p:txBody>
      </p:sp>
      <p:sp>
        <p:nvSpPr>
          <p:cNvPr id="170" name="Google Shape;170;p3"/>
          <p:cNvSpPr txBox="1">
            <a:spLocks noGrp="1"/>
          </p:cNvSpPr>
          <p:nvPr>
            <p:ph type="sldNum" idx="12"/>
          </p:nvPr>
        </p:nvSpPr>
        <p:spPr>
          <a:xfrm>
            <a:off x="67818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171" name="Google Shape;171;p3"/>
          <p:cNvSpPr txBox="1">
            <a:spLocks noGrp="1"/>
          </p:cNvSpPr>
          <p:nvPr>
            <p:ph type="dt" idx="10"/>
          </p:nvPr>
        </p:nvSpPr>
        <p:spPr>
          <a:xfrm>
            <a:off x="2286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Iowa State University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CEED4-FA63-EE61-87D6-5E9E90F4F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Polynomial Multiplier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D321CA-238D-5340-EEAA-E933CD38FD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Non-exhaustive list of publications with optimizations or hardware implementations of polynomial multipliers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59FAAA-C459-CC96-0D2B-DEC5D911855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42B824-94CF-6610-9E55-1DE30FB31B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" y="2357870"/>
            <a:ext cx="8801100" cy="302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047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E5D09-F165-7C66-E71C-10EE7005A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considerations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1E9893-AA05-9702-C26B-6026986734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Relative to sparse solvers</a:t>
            </a:r>
          </a:p>
          <a:p>
            <a:pPr lvl="1"/>
            <a:r>
              <a:rPr lang="en-US" dirty="0"/>
              <a:t>Specification notes that multiplications should be performed “without taking account the sparsity” to avoid leakage</a:t>
            </a:r>
          </a:p>
          <a:p>
            <a:r>
              <a:rPr lang="en-US" dirty="0"/>
              <a:t>“Cyber-agility”</a:t>
            </a:r>
          </a:p>
          <a:p>
            <a:pPr lvl="1"/>
            <a:r>
              <a:rPr lang="en-US" dirty="0"/>
              <a:t>Relative papers cite motive that system ability to switch between schemes are important to applications</a:t>
            </a:r>
          </a:p>
          <a:p>
            <a:pPr lvl="1"/>
            <a:r>
              <a:rPr lang="en-US" dirty="0"/>
              <a:t>As noted, Additive FFT approaches like FAFFT are structurally similar to NTT multipliers and were subjects to accelerators targeting both lattice and code schemes</a:t>
            </a:r>
          </a:p>
          <a:p>
            <a:pPr marL="11430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8AFBEF-52A0-AB9A-5BBD-CBFEF60E885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3849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"/>
          <p:cNvSpPr txBox="1">
            <a:spLocks noGrp="1"/>
          </p:cNvSpPr>
          <p:nvPr>
            <p:ph type="title"/>
          </p:nvPr>
        </p:nvSpPr>
        <p:spPr>
          <a:xfrm>
            <a:off x="228600" y="-152400"/>
            <a:ext cx="8686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Short-term Tasks</a:t>
            </a:r>
            <a:endParaRPr dirty="0"/>
          </a:p>
        </p:txBody>
      </p:sp>
      <p:sp>
        <p:nvSpPr>
          <p:cNvPr id="185" name="Google Shape;185;p5"/>
          <p:cNvSpPr txBox="1">
            <a:spLocks noGrp="1"/>
          </p:cNvSpPr>
          <p:nvPr>
            <p:ph type="body" idx="1"/>
          </p:nvPr>
        </p:nvSpPr>
        <p:spPr>
          <a:xfrm>
            <a:off x="228600" y="1143000"/>
            <a:ext cx="86868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800"/>
              <a:buChar char="•"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Narrow down topic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rgbClr val="444444"/>
              </a:buClr>
              <a:buSzPts val="2800"/>
              <a:buChar char="•"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Finish reading through existing hardware implementations publications for HQC </a:t>
            </a:r>
          </a:p>
          <a:p>
            <a:pPr marL="800100" lvl="1">
              <a:spcBef>
                <a:spcPts val="560"/>
              </a:spcBef>
              <a:buSzPts val="2800"/>
              <a:buChar char="•"/>
            </a:pPr>
            <a:r>
              <a:rPr lang="en-US" dirty="0"/>
              <a:t>Finish reading recent sparse multiplier implementation</a:t>
            </a:r>
          </a:p>
          <a:p>
            <a:pPr marL="800100" lvl="1">
              <a:spcBef>
                <a:spcPts val="560"/>
              </a:spcBef>
              <a:buSzPts val="2800"/>
              <a:buChar char="•"/>
            </a:pPr>
            <a:r>
              <a:rPr lang="en-US" dirty="0"/>
              <a:t>Finish reading KS+CRT and FAFFT paper</a:t>
            </a:r>
          </a:p>
          <a:p>
            <a:pPr marL="342900">
              <a:spcBef>
                <a:spcPts val="560"/>
              </a:spcBef>
              <a:buSzPts val="2800"/>
            </a:pPr>
            <a:r>
              <a:rPr lang="en-US" dirty="0"/>
              <a:t>Gain better understanding of binary polynomial multiplication relative to HQC</a:t>
            </a:r>
          </a:p>
          <a:p>
            <a:pPr marL="800100" lvl="1">
              <a:spcBef>
                <a:spcPts val="560"/>
              </a:spcBef>
              <a:buSzPts val="2800"/>
              <a:buChar char="•"/>
            </a:pPr>
            <a:endParaRPr lang="en-US" dirty="0"/>
          </a:p>
          <a:p>
            <a:pPr marL="800100" lvl="1">
              <a:spcBef>
                <a:spcPts val="560"/>
              </a:spcBef>
              <a:buSzPts val="2800"/>
              <a:buChar char="•"/>
            </a:pPr>
            <a:endParaRPr lang="en-US" dirty="0"/>
          </a:p>
        </p:txBody>
      </p:sp>
      <p:sp>
        <p:nvSpPr>
          <p:cNvPr id="186" name="Google Shape;186;p5"/>
          <p:cNvSpPr txBox="1">
            <a:spLocks noGrp="1"/>
          </p:cNvSpPr>
          <p:nvPr>
            <p:ph type="sldNum" idx="12"/>
          </p:nvPr>
        </p:nvSpPr>
        <p:spPr>
          <a:xfrm>
            <a:off x="67818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187" name="Google Shape;187;p5"/>
          <p:cNvSpPr txBox="1">
            <a:spLocks noGrp="1"/>
          </p:cNvSpPr>
          <p:nvPr>
            <p:ph type="dt" idx="10"/>
          </p:nvPr>
        </p:nvSpPr>
        <p:spPr>
          <a:xfrm>
            <a:off x="2286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Iowa State University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6"/>
          <p:cNvSpPr txBox="1">
            <a:spLocks noGrp="1"/>
          </p:cNvSpPr>
          <p:nvPr>
            <p:ph type="title"/>
          </p:nvPr>
        </p:nvSpPr>
        <p:spPr>
          <a:xfrm>
            <a:off x="228600" y="-152400"/>
            <a:ext cx="8686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Longer-term Tasks</a:t>
            </a:r>
            <a:endParaRPr dirty="0"/>
          </a:p>
        </p:txBody>
      </p:sp>
      <p:sp>
        <p:nvSpPr>
          <p:cNvPr id="193" name="Google Shape;193;p6"/>
          <p:cNvSpPr txBox="1">
            <a:spLocks noGrp="1"/>
          </p:cNvSpPr>
          <p:nvPr>
            <p:ph type="body" idx="1"/>
          </p:nvPr>
        </p:nvSpPr>
        <p:spPr>
          <a:xfrm>
            <a:off x="228600" y="1143000"/>
            <a:ext cx="86868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800"/>
              <a:buChar char="•"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Narrow down a topic</a:t>
            </a:r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rgbClr val="444444"/>
              </a:buClr>
              <a:buSzPts val="2800"/>
              <a:buNone/>
            </a:pP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 txBox="1">
            <a:spLocks noGrp="1"/>
          </p:cNvSpPr>
          <p:nvPr>
            <p:ph type="sldNum" idx="12"/>
          </p:nvPr>
        </p:nvSpPr>
        <p:spPr>
          <a:xfrm>
            <a:off x="67818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195" name="Google Shape;195;p6"/>
          <p:cNvSpPr txBox="1">
            <a:spLocks noGrp="1"/>
          </p:cNvSpPr>
          <p:nvPr>
            <p:ph type="dt" idx="10"/>
          </p:nvPr>
        </p:nvSpPr>
        <p:spPr>
          <a:xfrm>
            <a:off x="2286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Iowa State University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"/>
          <p:cNvSpPr txBox="1">
            <a:spLocks noGrp="1"/>
          </p:cNvSpPr>
          <p:nvPr>
            <p:ph type="title"/>
          </p:nvPr>
        </p:nvSpPr>
        <p:spPr>
          <a:xfrm>
            <a:off x="228600" y="-152400"/>
            <a:ext cx="8686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Binary Poly multiplication for HQC</a:t>
            </a:r>
            <a:endParaRPr dirty="0"/>
          </a:p>
        </p:txBody>
      </p:sp>
      <p:sp>
        <p:nvSpPr>
          <p:cNvPr id="177" name="Google Shape;177;p4"/>
          <p:cNvSpPr txBox="1">
            <a:spLocks noGrp="1"/>
          </p:cNvSpPr>
          <p:nvPr>
            <p:ph type="body" idx="1"/>
          </p:nvPr>
        </p:nvSpPr>
        <p:spPr>
          <a:xfrm>
            <a:off x="228600" y="1143000"/>
            <a:ext cx="86868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rgbClr val="444444"/>
              </a:buClr>
              <a:buSzPts val="2800"/>
              <a:buChar char="•"/>
            </a:pPr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Clr>
                <a:srgbClr val="444444"/>
              </a:buClr>
              <a:buSzPts val="2800"/>
              <a:buNone/>
            </a:pP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4"/>
          <p:cNvSpPr txBox="1">
            <a:spLocks noGrp="1"/>
          </p:cNvSpPr>
          <p:nvPr>
            <p:ph type="sldNum" idx="12"/>
          </p:nvPr>
        </p:nvSpPr>
        <p:spPr>
          <a:xfrm>
            <a:off x="67818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179" name="Google Shape;179;p4"/>
          <p:cNvSpPr txBox="1">
            <a:spLocks noGrp="1"/>
          </p:cNvSpPr>
          <p:nvPr>
            <p:ph type="dt" idx="10"/>
          </p:nvPr>
        </p:nvSpPr>
        <p:spPr>
          <a:xfrm>
            <a:off x="2286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Iowa State University</a:t>
            </a: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Google Shape;161;p2">
                <a:extLst>
                  <a:ext uri="{FF2B5EF4-FFF2-40B4-BE49-F238E27FC236}">
                    <a16:creationId xmlns:a16="http://schemas.microsoft.com/office/drawing/2014/main" id="{015875A4-4C4D-9F83-05AD-A4B0C0C8A09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8600" y="1143000"/>
                <a:ext cx="8686800" cy="518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42900" algn="l" rtl="0" eaLnBrk="1" hangingPunct="1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rgbClr val="444444"/>
                  </a:buClr>
                  <a:buSzPts val="1800"/>
                  <a:buFont typeface="Arial"/>
                  <a:buChar char="•"/>
                  <a:defRPr sz="2800" b="0" i="0" u="none" strike="noStrike" cap="none">
                    <a:solidFill>
                      <a:srgbClr val="444444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1pPr>
                <a:lvl2pPr marL="914400" marR="0" lvl="1" indent="-342900" algn="l" rtl="0" eaLnBrk="1" hangingPunct="1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rgbClr val="444444"/>
                  </a:buClr>
                  <a:buSzPts val="1800"/>
                  <a:buFont typeface="Arial"/>
                  <a:buChar char="–"/>
                  <a:defRPr sz="2400" b="0" i="0" u="none" strike="noStrike" cap="none">
                    <a:solidFill>
                      <a:srgbClr val="444444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2pPr>
                <a:lvl3pPr marL="1371600" marR="0" lvl="2" indent="-342900" algn="l" rtl="0" eaLnBrk="1" hangingPunct="1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rgbClr val="444444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rgbClr val="444444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marL="1828800" marR="0" lvl="3" indent="-342900" algn="l" rtl="0" eaLnBrk="1" hangingPunct="1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rgbClr val="444444"/>
                  </a:buClr>
                  <a:buSzPts val="1800"/>
                  <a:buFont typeface="Arial"/>
                  <a:buChar char="–"/>
                  <a:defRPr sz="1800" b="0" i="0" u="none" strike="noStrike" cap="none">
                    <a:solidFill>
                      <a:srgbClr val="444444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marL="2286000" marR="0" lvl="4" indent="-342900" algn="l" rtl="0" eaLnBrk="1" hangingPunct="1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rgbClr val="444444"/>
                  </a:buClr>
                  <a:buSzPts val="1800"/>
                  <a:buFont typeface="Arial"/>
                  <a:buChar char="»"/>
                  <a:defRPr sz="1800" b="0" i="0" u="none" strike="noStrike" cap="none">
                    <a:solidFill>
                      <a:srgbClr val="444444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marL="2743200" marR="0" lvl="5" indent="-342900" algn="l" rtl="0" eaLnBrk="1" hangingPunct="1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marL="3200400" marR="0" lvl="6" indent="-342900" algn="l" rtl="0" eaLnBrk="1" hangingPunct="1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marL="3657600" marR="0" lvl="7" indent="-342900" algn="l" rtl="0" eaLnBrk="1" hangingPunct="1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marL="4114800" marR="0" lvl="8" indent="-342900" algn="l" rtl="0" eaLnBrk="1" hangingPunct="1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 marL="342900">
                  <a:spcBef>
                    <a:spcPts val="560"/>
                  </a:spcBef>
                  <a:buSzPts val="2800"/>
                </a:pPr>
                <a:r>
                  <a:rPr lang="en-US" b="0" dirty="0">
                    <a:ea typeface="Cambria Math" panose="02040503050406030204" pitchFamily="18" charset="0"/>
                  </a:rPr>
                  <a:t>Multiplication is done over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/(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endParaRPr lang="en-US" dirty="0"/>
              </a:p>
              <a:p>
                <a:pPr marL="800100" lvl="1">
                  <a:spcBef>
                    <a:spcPts val="560"/>
                  </a:spcBef>
                  <a:buSzPts val="28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: Polynomials with coefficients that are either 1 or 0</a:t>
                </a:r>
              </a:p>
              <a:p>
                <a:pPr marL="800100" lvl="1">
                  <a:spcBef>
                    <a:spcPts val="560"/>
                  </a:spcBef>
                  <a:buSzPts val="2800"/>
                </a:pPr>
                <a:r>
                  <a:rPr lang="en-US" dirty="0"/>
                  <a:t>Two polynomials are equal if they differ by a multiple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342900">
                  <a:spcBef>
                    <a:spcPts val="560"/>
                  </a:spcBef>
                  <a:buSzPts val="2800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endParaRPr lang="en-US" dirty="0"/>
              </a:p>
              <a:p>
                <a:pPr marL="800100" lvl="1">
                  <a:spcBef>
                    <a:spcPts val="560"/>
                  </a:spcBef>
                  <a:buSzPts val="2800"/>
                </a:pPr>
                <a:endParaRPr lang="en-US" dirty="0"/>
              </a:p>
              <a:p>
                <a:pPr marL="342900">
                  <a:spcBef>
                    <a:spcPts val="560"/>
                  </a:spcBef>
                  <a:buSzPts val="2800"/>
                </a:pPr>
                <a:endParaRPr lang="en-US" dirty="0"/>
              </a:p>
            </p:txBody>
          </p:sp>
        </mc:Choice>
        <mc:Fallback>
          <p:sp>
            <p:nvSpPr>
              <p:cNvPr id="2" name="Google Shape;161;p2">
                <a:extLst>
                  <a:ext uri="{FF2B5EF4-FFF2-40B4-BE49-F238E27FC236}">
                    <a16:creationId xmlns:a16="http://schemas.microsoft.com/office/drawing/2014/main" id="{015875A4-4C4D-9F83-05AD-A4B0C0C8A0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1143000"/>
                <a:ext cx="8686800" cy="5181600"/>
              </a:xfrm>
              <a:prstGeom prst="rect">
                <a:avLst/>
              </a:prstGeom>
              <a:blipFill>
                <a:blip r:embed="rId3"/>
                <a:stretch>
                  <a:fillRect l="-13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50642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ISU">
      <a:dk1>
        <a:srgbClr val="3F3F3F"/>
      </a:dk1>
      <a:lt1>
        <a:srgbClr val="FFFFFF"/>
      </a:lt1>
      <a:dk2>
        <a:srgbClr val="3F3F3F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ISU">
      <a:dk1>
        <a:srgbClr val="3F3F3F"/>
      </a:dk1>
      <a:lt1>
        <a:srgbClr val="FFFFFF"/>
      </a:lt1>
      <a:dk2>
        <a:srgbClr val="3F3F3F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012226_CC_Update</Template>
  <TotalTime>247</TotalTime>
  <Words>325</Words>
  <Application>Microsoft Office PowerPoint</Application>
  <PresentationFormat>On-screen Show (4:3)</PresentationFormat>
  <Paragraphs>58</Paragraphs>
  <Slides>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 Math</vt:lpstr>
      <vt:lpstr>Office Theme</vt:lpstr>
      <vt:lpstr>1_Office Theme</vt:lpstr>
      <vt:lpstr>Creative Component Update</vt:lpstr>
      <vt:lpstr>Overview</vt:lpstr>
      <vt:lpstr>HQC-1 perf</vt:lpstr>
      <vt:lpstr>Recent approaches</vt:lpstr>
      <vt:lpstr>Polynomial Multiplier</vt:lpstr>
      <vt:lpstr>Other considerations</vt:lpstr>
      <vt:lpstr>Short-term Tasks</vt:lpstr>
      <vt:lpstr>Longer-term Tasks</vt:lpstr>
      <vt:lpstr>Binary Poly multiplication for HQC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Xie, Jason G</dc:creator>
  <cp:lastModifiedBy>Xie, Jason G</cp:lastModifiedBy>
  <cp:revision>1</cp:revision>
  <dcterms:created xsi:type="dcterms:W3CDTF">2026-01-28T14:26:11Z</dcterms:created>
  <dcterms:modified xsi:type="dcterms:W3CDTF">2026-01-28T18:33:33Z</dcterms:modified>
</cp:coreProperties>
</file>