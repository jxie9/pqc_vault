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7E2B-1E58-97B7-2D25-FC1BFCC1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81990-2DB4-CE15-9890-A6B2106B2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EB195-7B92-0A3D-74F0-6DA5D609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78CED-8309-AA96-18AF-A99E09E3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FD5F6-8536-0F56-8E1E-92113F719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3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F903-72EF-A703-419F-98AB3C34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386A-8A8E-1F42-C194-ABCB98B77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9FB70-E0B1-E2B4-5C8B-E5C6A109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1BA0A-48FC-FD74-B355-B8600AEC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AE525-7583-0055-5B84-7FE3FB41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8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7344-B577-3E39-8BCF-A67F0FFB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ECDBD-131D-6814-86F3-DC15FC15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C1059-47A1-2185-5E95-F4FE71E2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8B98-2084-A100-247F-854C8E0D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60CBB-3C47-939B-EAD5-AC07842B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3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23E8-DE90-6867-EC20-54802BDE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EE04-FE87-223B-72EF-1517AAC03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EE7E7-F765-4D77-363E-F5882024D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4BCB-7349-FAD5-61A3-3764FFF9D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BD79E-AE24-B6BD-8A31-91787739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E0D75-3595-18B7-726A-00D84DCD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3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A11B-5223-7ADF-83E5-AA013514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18DE-87DA-0784-AFDF-5EBE4D559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1D122-410E-71FD-FCC1-230752C34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36D24-EB6D-374C-B3F8-481D300E3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594C2-D6E7-2644-B625-8206C6B0E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ACC6C-BE90-4F58-C038-75D60835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44CBF-F539-163C-D25B-1463B193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950F6-085B-0C57-13E2-4BADB57E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5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1F2F-6248-2EC6-C41F-CEB26389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398A2-A698-FF88-D232-A011439A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5716B-471A-AA1C-D7D1-A5E9574B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20033-0CC4-E701-D055-75ED6C97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5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F4CA8-D29C-96F5-EBA5-E0EA9168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BD65E-89F6-F420-D4A3-67EEE4C1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292F0-F1C8-6CDA-F5D2-340AC1B0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1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E5DB9-FD2C-E564-B480-4D31E208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4EBB-ACB5-8412-7B26-576AC7AE9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2D388-3304-0829-1021-36E95F989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29D7D-35B5-7413-1891-1593058B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8C8B2-79AD-C68E-BBDA-9F4F3358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536AE-F7EE-ACCF-05E8-5EFEA47A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25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F7DD-CED6-7D88-3A9C-D18CCB26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941086-4963-E1D8-65CC-F0F9A17A1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4968C-4D11-E822-FC30-37EC089DC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8C56E-1347-0779-82BA-24B6182D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07500-6863-5A30-B5C9-1D1697C8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DA395-C337-AFE3-EC7A-486CA4B7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1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0530-830F-5921-32B3-BF75B99F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5A934-57EC-4F85-C340-7609BC9FE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5F85D-5D28-6C19-B2C3-6952247E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4D1E0-C86A-BBF9-6212-091AB099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8530E-937E-962E-1600-2888F4BE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6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66787-839B-81F7-4A2C-8696A097D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845D-62BF-DD2F-C5C4-535FF08E2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6C6FF-79B4-6B96-A9AA-68B81047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CC584-3EE3-8D4E-D6E7-E1D066DA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2CA42-8085-53E4-01CA-A211A7C7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2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C7B7DE-12AD-9F51-5324-8DA3D482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A538-C1E1-CF83-6BEA-4FF4A6193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FA29C-BFF0-F113-6518-FE1163F24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854E5-E40A-41D2-A97E-86A8C94B752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28876-8A46-3C44-706E-281D8D04D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86C13-ED00-082C-0464-8F6C70EFA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91E23-9AB9-4273-9C9D-7805EA84C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B9DF-E1FF-DB71-165C-9825B617A7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14A7F-0108-19D1-A768-310F283A6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1828E-0488-8A7F-2809-4B749A6F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06DCA-8502-D61A-5603-1B2E82C65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Polynomial multiplication</a:t>
            </a:r>
          </a:p>
          <a:p>
            <a:pPr lvl="1"/>
            <a:r>
              <a:rPr lang="en-US" dirty="0"/>
              <a:t>Per the papers I’ve read and the </a:t>
            </a:r>
            <a:r>
              <a:rPr lang="en-US" dirty="0" err="1"/>
              <a:t>perfing</a:t>
            </a:r>
            <a:r>
              <a:rPr lang="en-US" dirty="0"/>
              <a:t> the official benchmarks; this is the most obvious computational bottleneck</a:t>
            </a:r>
          </a:p>
          <a:p>
            <a:pPr lvl="1"/>
            <a:r>
              <a:rPr lang="en-US" dirty="0"/>
              <a:t>All KEM functions are dominated by this operation</a:t>
            </a:r>
          </a:p>
          <a:p>
            <a:pPr lvl="1"/>
            <a:r>
              <a:rPr lang="en-US" dirty="0"/>
              <a:t>A majority of the implementation papers from IACR alone are focused on improving this aspect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258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1E8A-0F6C-4148-CEAB-579D3713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Multiplication Acceleration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7BC8-4ADA-033C-405E-5DD952E5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 implementation uses a Toom-Karatsuba </a:t>
            </a:r>
          </a:p>
          <a:p>
            <a:r>
              <a:rPr lang="en-US" dirty="0"/>
              <a:t>FFT based multipliers </a:t>
            </a:r>
          </a:p>
          <a:p>
            <a:pPr lvl="1"/>
            <a:r>
              <a:rPr lang="en-US" dirty="0" err="1"/>
              <a:t>Frobenius</a:t>
            </a:r>
            <a:r>
              <a:rPr lang="en-US" dirty="0"/>
              <a:t> Additive Fast Fourier Transform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Kronecker Segmentation + Chinese Remainder Theorem</a:t>
            </a:r>
          </a:p>
          <a:p>
            <a:pPr lvl="2"/>
            <a:endParaRPr lang="en-US" dirty="0"/>
          </a:p>
          <a:p>
            <a:r>
              <a:rPr lang="en-US" dirty="0"/>
              <a:t>Shift-add multipliers</a:t>
            </a:r>
          </a:p>
          <a:p>
            <a:pPr lvl="1"/>
            <a:r>
              <a:rPr lang="en-US" dirty="0"/>
              <a:t>Common in hardware implementations due to efficiency</a:t>
            </a:r>
          </a:p>
          <a:p>
            <a:pPr lvl="1"/>
            <a:r>
              <a:rPr lang="en-US" dirty="0"/>
              <a:t>Naïve implementations subject to power side-channel attacks</a:t>
            </a:r>
          </a:p>
        </p:txBody>
      </p:sp>
    </p:spTree>
    <p:extLst>
      <p:ext uri="{BB962C8B-B14F-4D97-AF65-F5344CB8AC3E}">
        <p14:creationId xmlns:p14="http://schemas.microsoft.com/office/powerpoint/2010/main" val="3533235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D2C42-15FC-74C4-DBCB-7316358C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Recovery by Timing Side channel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5A92B-B1DB-5B57-FD3C-07BF23755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have been a couple demonstrations by papers published on ITAR where the secret key could be recovered via side-channel attacks</a:t>
            </a:r>
          </a:p>
          <a:p>
            <a:r>
              <a:rPr lang="en-US" dirty="0"/>
              <a:t>However, these attacks – per these papers – could be mitigated by constant time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95423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EA5D-875E-B669-8260-DE084D6D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Recovery by Power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C51C-E034-76D3-97EE-B04AE0F40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71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Bottlenecks</vt:lpstr>
      <vt:lpstr>Polynomial Multiplication Acceleration</vt:lpstr>
      <vt:lpstr>Key Recovery by Timing Side channel Attacks</vt:lpstr>
      <vt:lpstr>Key Recovery by Power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Xie, Jason G</dc:creator>
  <cp:lastModifiedBy>Xie, Jason G</cp:lastModifiedBy>
  <cp:revision>1</cp:revision>
  <dcterms:created xsi:type="dcterms:W3CDTF">2026-01-22T03:57:56Z</dcterms:created>
  <dcterms:modified xsi:type="dcterms:W3CDTF">2026-01-22T03:58:09Z</dcterms:modified>
</cp:coreProperties>
</file>